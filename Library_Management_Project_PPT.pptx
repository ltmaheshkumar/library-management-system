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530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4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950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67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06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5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91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38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65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6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7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21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Boot Project • By Maheshkumar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Boot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Spring Data JPA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MySQL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Swagger UI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Lombok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Java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→ Service → Repository → MySQL Database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Components: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DTO (Request &amp; Response)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Global Exception Handler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 / Update / Delete / View Books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Add / Update / Delete / View Authors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Field-level validations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Global Exception Handling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Layered architecture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Tested using Swagger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Author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Book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Relationship: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One Author → Many Books (1..*)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book.author_id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foreign key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Testing (Swagger)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Author API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 Book API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Get All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Validation Errors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 complete backend CRUD project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Learned layered architecture &amp; DTO concept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validations &amp; global exception handling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Performed testing using Swagger UI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add future enhancements such as authentication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</TotalTime>
  <Words>172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Times New Roman</vt:lpstr>
      <vt:lpstr>Retrospect</vt:lpstr>
      <vt:lpstr>Library Management System</vt:lpstr>
      <vt:lpstr>Technologies Used</vt:lpstr>
      <vt:lpstr>Project Architecture</vt:lpstr>
      <vt:lpstr>Features</vt:lpstr>
      <vt:lpstr>Database Design</vt:lpstr>
      <vt:lpstr>API Testing (Swagger)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Maheshkumar Rajaram Jadhav</cp:lastModifiedBy>
  <cp:revision>3</cp:revision>
  <dcterms:created xsi:type="dcterms:W3CDTF">2013-01-27T09:14:16Z</dcterms:created>
  <dcterms:modified xsi:type="dcterms:W3CDTF">2025-11-16T11:33:10Z</dcterms:modified>
  <cp:category/>
</cp:coreProperties>
</file>